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3"/>
  </p:notesMasterIdLst>
  <p:sldIdLst>
    <p:sldId id="278" r:id="rId5"/>
    <p:sldId id="279" r:id="rId6"/>
    <p:sldId id="283" r:id="rId7"/>
    <p:sldId id="284" r:id="rId8"/>
    <p:sldId id="285" r:id="rId9"/>
    <p:sldId id="280" r:id="rId10"/>
    <p:sldId id="281" r:id="rId11"/>
    <p:sldId id="282" r:id="rId12"/>
    <p:sldId id="295" r:id="rId13"/>
    <p:sldId id="296" r:id="rId14"/>
    <p:sldId id="297" r:id="rId15"/>
    <p:sldId id="286" r:id="rId16"/>
    <p:sldId id="298" r:id="rId17"/>
    <p:sldId id="299" r:id="rId18"/>
    <p:sldId id="290" r:id="rId19"/>
    <p:sldId id="293" r:id="rId20"/>
    <p:sldId id="292" r:id="rId21"/>
    <p:sldId id="29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1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sa Shahrokh" userId="5a7bf9fb7ccfdd78" providerId="LiveId" clId="{64E7B509-3051-48B7-83F1-57F45F9D0687}"/>
    <pc:docChg chg="undo custSel addSld delSld modSld sldOrd">
      <pc:chgData name="Dorsa Shahrokh" userId="5a7bf9fb7ccfdd78" providerId="LiveId" clId="{64E7B509-3051-48B7-83F1-57F45F9D0687}" dt="2026-08-24T19:08:28.693" v="1855" actId="14100"/>
      <pc:docMkLst>
        <pc:docMk/>
      </pc:docMkLst>
      <pc:sldChg chg="modSp mod">
        <pc:chgData name="Dorsa Shahrokh" userId="5a7bf9fb7ccfdd78" providerId="LiveId" clId="{64E7B509-3051-48B7-83F1-57F45F9D0687}" dt="2026-08-24T17:48:49.494" v="310" actId="12"/>
        <pc:sldMkLst>
          <pc:docMk/>
          <pc:sldMk cId="3220235682" sldId="279"/>
        </pc:sldMkLst>
        <pc:spChg chg="mod">
          <ac:chgData name="Dorsa Shahrokh" userId="5a7bf9fb7ccfdd78" providerId="LiveId" clId="{64E7B509-3051-48B7-83F1-57F45F9D0687}" dt="2026-08-24T17:48:49.494" v="310" actId="12"/>
          <ac:spMkLst>
            <pc:docMk/>
            <pc:sldMk cId="3220235682" sldId="279"/>
            <ac:spMk id="24" creationId="{F260476B-CCA6-412B-A9C5-399C34AE6F05}"/>
          </ac:spMkLst>
        </pc:spChg>
      </pc:sldChg>
      <pc:sldChg chg="addSp delSp modSp mod">
        <pc:chgData name="Dorsa Shahrokh" userId="5a7bf9fb7ccfdd78" providerId="LiveId" clId="{64E7B509-3051-48B7-83F1-57F45F9D0687}" dt="2026-08-24T17:55:15.848" v="352" actId="14100"/>
        <pc:sldMkLst>
          <pc:docMk/>
          <pc:sldMk cId="655436566" sldId="280"/>
        </pc:sldMkLst>
        <pc:spChg chg="mod">
          <ac:chgData name="Dorsa Shahrokh" userId="5a7bf9fb7ccfdd78" providerId="LiveId" clId="{64E7B509-3051-48B7-83F1-57F45F9D0687}" dt="2026-08-24T17:55:10.711" v="349" actId="1076"/>
          <ac:spMkLst>
            <pc:docMk/>
            <pc:sldMk cId="655436566" sldId="280"/>
            <ac:spMk id="2" creationId="{17D08D88-EDA2-36D0-DF2E-1AE1ABB0BEE9}"/>
          </ac:spMkLst>
        </pc:spChg>
        <pc:spChg chg="add del mod">
          <ac:chgData name="Dorsa Shahrokh" userId="5a7bf9fb7ccfdd78" providerId="LiveId" clId="{64E7B509-3051-48B7-83F1-57F45F9D0687}" dt="2026-08-24T17:55:05.746" v="348" actId="931"/>
          <ac:spMkLst>
            <pc:docMk/>
            <pc:sldMk cId="655436566" sldId="280"/>
            <ac:spMk id="4" creationId="{3EE8C339-EB16-2CF8-DF8F-02F4D3EDE355}"/>
          </ac:spMkLst>
        </pc:spChg>
        <pc:picChg chg="del">
          <ac:chgData name="Dorsa Shahrokh" userId="5a7bf9fb7ccfdd78" providerId="LiveId" clId="{64E7B509-3051-48B7-83F1-57F45F9D0687}" dt="2026-08-24T17:54:38.592" v="347" actId="478"/>
          <ac:picMkLst>
            <pc:docMk/>
            <pc:sldMk cId="655436566" sldId="280"/>
            <ac:picMk id="5" creationId="{1AB85D1F-86E7-C38B-1B9B-F7FE0ABFB71F}"/>
          </ac:picMkLst>
        </pc:picChg>
        <pc:picChg chg="add mod">
          <ac:chgData name="Dorsa Shahrokh" userId="5a7bf9fb7ccfdd78" providerId="LiveId" clId="{64E7B509-3051-48B7-83F1-57F45F9D0687}" dt="2026-08-24T17:55:15.848" v="352" actId="14100"/>
          <ac:picMkLst>
            <pc:docMk/>
            <pc:sldMk cId="655436566" sldId="280"/>
            <ac:picMk id="7" creationId="{CE4C3A4A-8272-DBF7-6248-BB9B46E1955C}"/>
          </ac:picMkLst>
        </pc:picChg>
      </pc:sldChg>
      <pc:sldChg chg="ord">
        <pc:chgData name="Dorsa Shahrokh" userId="5a7bf9fb7ccfdd78" providerId="LiveId" clId="{64E7B509-3051-48B7-83F1-57F45F9D0687}" dt="2026-08-24T17:50:50.960" v="332"/>
        <pc:sldMkLst>
          <pc:docMk/>
          <pc:sldMk cId="3555769373" sldId="282"/>
        </pc:sldMkLst>
      </pc:sldChg>
      <pc:sldChg chg="modSp mod">
        <pc:chgData name="Dorsa Shahrokh" userId="5a7bf9fb7ccfdd78" providerId="LiveId" clId="{64E7B509-3051-48B7-83F1-57F45F9D0687}" dt="2026-08-24T17:49:14.137" v="326" actId="1076"/>
        <pc:sldMkLst>
          <pc:docMk/>
          <pc:sldMk cId="1634303232" sldId="284"/>
        </pc:sldMkLst>
        <pc:spChg chg="mod">
          <ac:chgData name="Dorsa Shahrokh" userId="5a7bf9fb7ccfdd78" providerId="LiveId" clId="{64E7B509-3051-48B7-83F1-57F45F9D0687}" dt="2026-08-24T17:49:14.137" v="326" actId="1076"/>
          <ac:spMkLst>
            <pc:docMk/>
            <pc:sldMk cId="1634303232" sldId="284"/>
            <ac:spMk id="2" creationId="{8CC77ACD-8F0C-5544-EC3B-7AF18D8417DE}"/>
          </ac:spMkLst>
        </pc:spChg>
      </pc:sldChg>
      <pc:sldChg chg="modSp mod">
        <pc:chgData name="Dorsa Shahrokh" userId="5a7bf9fb7ccfdd78" providerId="LiveId" clId="{64E7B509-3051-48B7-83F1-57F45F9D0687}" dt="2026-08-24T17:49:36.814" v="330" actId="1076"/>
        <pc:sldMkLst>
          <pc:docMk/>
          <pc:sldMk cId="3062408365" sldId="285"/>
        </pc:sldMkLst>
        <pc:picChg chg="mod ord">
          <ac:chgData name="Dorsa Shahrokh" userId="5a7bf9fb7ccfdd78" providerId="LiveId" clId="{64E7B509-3051-48B7-83F1-57F45F9D0687}" dt="2026-08-24T17:49:36.814" v="330" actId="1076"/>
          <ac:picMkLst>
            <pc:docMk/>
            <pc:sldMk cId="3062408365" sldId="285"/>
            <ac:picMk id="4" creationId="{693ACD46-AEFF-0248-5281-7DE4766293C4}"/>
          </ac:picMkLst>
        </pc:picChg>
      </pc:sldChg>
      <pc:sldChg chg="addSp delSp modSp mod">
        <pc:chgData name="Dorsa Shahrokh" userId="5a7bf9fb7ccfdd78" providerId="LiveId" clId="{64E7B509-3051-48B7-83F1-57F45F9D0687}" dt="2026-08-24T18:57:17.938" v="1020" actId="1076"/>
        <pc:sldMkLst>
          <pc:docMk/>
          <pc:sldMk cId="4094925433" sldId="286"/>
        </pc:sldMkLst>
        <pc:spChg chg="del mod">
          <ac:chgData name="Dorsa Shahrokh" userId="5a7bf9fb7ccfdd78" providerId="LiveId" clId="{64E7B509-3051-48B7-83F1-57F45F9D0687}" dt="2026-08-24T18:27:12.784" v="462" actId="21"/>
          <ac:spMkLst>
            <pc:docMk/>
            <pc:sldMk cId="4094925433" sldId="286"/>
            <ac:spMk id="2" creationId="{51168D2B-FC93-0B5C-A883-E3690E3BE5B8}"/>
          </ac:spMkLst>
        </pc:spChg>
        <pc:spChg chg="mod">
          <ac:chgData name="Dorsa Shahrokh" userId="5a7bf9fb7ccfdd78" providerId="LiveId" clId="{64E7B509-3051-48B7-83F1-57F45F9D0687}" dt="2026-08-24T18:57:00.607" v="1013" actId="1076"/>
          <ac:spMkLst>
            <pc:docMk/>
            <pc:sldMk cId="4094925433" sldId="286"/>
            <ac:spMk id="3" creationId="{17D2B718-730D-A5F8-3F89-4B9F7F9C79AA}"/>
          </ac:spMkLst>
        </pc:spChg>
        <pc:spChg chg="add del mod">
          <ac:chgData name="Dorsa Shahrokh" userId="5a7bf9fb7ccfdd78" providerId="LiveId" clId="{64E7B509-3051-48B7-83F1-57F45F9D0687}" dt="2026-08-24T18:27:19.453" v="463" actId="478"/>
          <ac:spMkLst>
            <pc:docMk/>
            <pc:sldMk cId="4094925433" sldId="286"/>
            <ac:spMk id="9" creationId="{DCEB486D-0DCA-1E33-8A85-7F4E9A4CC02B}"/>
          </ac:spMkLst>
        </pc:spChg>
        <pc:spChg chg="add del mod">
          <ac:chgData name="Dorsa Shahrokh" userId="5a7bf9fb7ccfdd78" providerId="LiveId" clId="{64E7B509-3051-48B7-83F1-57F45F9D0687}" dt="2026-08-24T18:48:16.483" v="512"/>
          <ac:spMkLst>
            <pc:docMk/>
            <pc:sldMk cId="4094925433" sldId="286"/>
            <ac:spMk id="10" creationId="{15BDE280-F751-FDCB-E51E-3315AB981CCB}"/>
          </ac:spMkLst>
        </pc:spChg>
        <pc:spChg chg="add mod">
          <ac:chgData name="Dorsa Shahrokh" userId="5a7bf9fb7ccfdd78" providerId="LiveId" clId="{64E7B509-3051-48B7-83F1-57F45F9D0687}" dt="2026-08-24T18:57:10.364" v="1017" actId="1076"/>
          <ac:spMkLst>
            <pc:docMk/>
            <pc:sldMk cId="4094925433" sldId="286"/>
            <ac:spMk id="11" creationId="{834856F0-0392-2322-816D-2365DF55EB41}"/>
          </ac:spMkLst>
        </pc:spChg>
        <pc:spChg chg="add mod">
          <ac:chgData name="Dorsa Shahrokh" userId="5a7bf9fb7ccfdd78" providerId="LiveId" clId="{64E7B509-3051-48B7-83F1-57F45F9D0687}" dt="2026-08-24T18:51:26.458" v="576" actId="1076"/>
          <ac:spMkLst>
            <pc:docMk/>
            <pc:sldMk cId="4094925433" sldId="286"/>
            <ac:spMk id="12" creationId="{FDB514F4-4392-4DB6-3AA3-F23F6D212CBC}"/>
          </ac:spMkLst>
        </pc:spChg>
        <pc:spChg chg="add mod">
          <ac:chgData name="Dorsa Shahrokh" userId="5a7bf9fb7ccfdd78" providerId="LiveId" clId="{64E7B509-3051-48B7-83F1-57F45F9D0687}" dt="2026-08-24T18:57:15.342" v="1019" actId="1076"/>
          <ac:spMkLst>
            <pc:docMk/>
            <pc:sldMk cId="4094925433" sldId="286"/>
            <ac:spMk id="13" creationId="{9CA9A226-A9F7-BACF-C284-2C0F4CC34F90}"/>
          </ac:spMkLst>
        </pc:spChg>
        <pc:picChg chg="mod">
          <ac:chgData name="Dorsa Shahrokh" userId="5a7bf9fb7ccfdd78" providerId="LiveId" clId="{64E7B509-3051-48B7-83F1-57F45F9D0687}" dt="2026-08-24T18:57:06.519" v="1016" actId="1076"/>
          <ac:picMkLst>
            <pc:docMk/>
            <pc:sldMk cId="4094925433" sldId="286"/>
            <ac:picMk id="4" creationId="{97F6F24C-8AEA-7870-2FF2-8706FC84677C}"/>
          </ac:picMkLst>
        </pc:picChg>
        <pc:picChg chg="add mod">
          <ac:chgData name="Dorsa Shahrokh" userId="5a7bf9fb7ccfdd78" providerId="LiveId" clId="{64E7B509-3051-48B7-83F1-57F45F9D0687}" dt="2026-08-24T18:57:05.095" v="1015" actId="1076"/>
          <ac:picMkLst>
            <pc:docMk/>
            <pc:sldMk cId="4094925433" sldId="286"/>
            <ac:picMk id="5" creationId="{D75F8F24-D232-134D-1176-3D708931F06E}"/>
          </ac:picMkLst>
        </pc:picChg>
        <pc:picChg chg="add mod">
          <ac:chgData name="Dorsa Shahrokh" userId="5a7bf9fb7ccfdd78" providerId="LiveId" clId="{64E7B509-3051-48B7-83F1-57F45F9D0687}" dt="2026-08-24T18:57:12.804" v="1018" actId="1076"/>
          <ac:picMkLst>
            <pc:docMk/>
            <pc:sldMk cId="4094925433" sldId="286"/>
            <ac:picMk id="6" creationId="{61F7C5D7-D40B-3C81-716F-C9FF1696D6A4}"/>
          </ac:picMkLst>
        </pc:picChg>
        <pc:picChg chg="add mod">
          <ac:chgData name="Dorsa Shahrokh" userId="5a7bf9fb7ccfdd78" providerId="LiveId" clId="{64E7B509-3051-48B7-83F1-57F45F9D0687}" dt="2026-08-24T18:57:17.938" v="1020" actId="1076"/>
          <ac:picMkLst>
            <pc:docMk/>
            <pc:sldMk cId="4094925433" sldId="286"/>
            <ac:picMk id="7" creationId="{17D3214E-7387-D922-D062-40C959353CE3}"/>
          </ac:picMkLst>
        </pc:picChg>
      </pc:sldChg>
      <pc:sldChg chg="delSp modSp del mod">
        <pc:chgData name="Dorsa Shahrokh" userId="5a7bf9fb7ccfdd78" providerId="LiveId" clId="{64E7B509-3051-48B7-83F1-57F45F9D0687}" dt="2026-08-24T18:49:19.588" v="533" actId="47"/>
        <pc:sldMkLst>
          <pc:docMk/>
          <pc:sldMk cId="279401189" sldId="287"/>
        </pc:sldMkLst>
        <pc:spChg chg="mod">
          <ac:chgData name="Dorsa Shahrokh" userId="5a7bf9fb7ccfdd78" providerId="LiveId" clId="{64E7B509-3051-48B7-83F1-57F45F9D0687}" dt="2026-08-24T18:48:38.421" v="516" actId="21"/>
          <ac:spMkLst>
            <pc:docMk/>
            <pc:sldMk cId="279401189" sldId="287"/>
            <ac:spMk id="3" creationId="{3BF6750A-7044-AF6D-A536-0E16DB76113A}"/>
          </ac:spMkLst>
        </pc:spChg>
        <pc:picChg chg="del mod">
          <ac:chgData name="Dorsa Shahrokh" userId="5a7bf9fb7ccfdd78" providerId="LiveId" clId="{64E7B509-3051-48B7-83F1-57F45F9D0687}" dt="2026-08-24T18:17:50.707" v="448" actId="21"/>
          <ac:picMkLst>
            <pc:docMk/>
            <pc:sldMk cId="279401189" sldId="287"/>
            <ac:picMk id="4" creationId="{A7D5EB91-C078-6D3B-D878-248C8F490A07}"/>
          </ac:picMkLst>
        </pc:picChg>
      </pc:sldChg>
      <pc:sldChg chg="delSp modSp del mod">
        <pc:chgData name="Dorsa Shahrokh" userId="5a7bf9fb7ccfdd78" providerId="LiveId" clId="{64E7B509-3051-48B7-83F1-57F45F9D0687}" dt="2026-08-24T18:51:36.124" v="579" actId="47"/>
        <pc:sldMkLst>
          <pc:docMk/>
          <pc:sldMk cId="2037586411" sldId="288"/>
        </pc:sldMkLst>
        <pc:spChg chg="mod">
          <ac:chgData name="Dorsa Shahrokh" userId="5a7bf9fb7ccfdd78" providerId="LiveId" clId="{64E7B509-3051-48B7-83F1-57F45F9D0687}" dt="2026-08-24T18:50:08.922" v="544" actId="21"/>
          <ac:spMkLst>
            <pc:docMk/>
            <pc:sldMk cId="2037586411" sldId="288"/>
            <ac:spMk id="3" creationId="{7D327581-E45B-5461-4404-9F8108A1CA7E}"/>
          </ac:spMkLst>
        </pc:spChg>
        <pc:picChg chg="del">
          <ac:chgData name="Dorsa Shahrokh" userId="5a7bf9fb7ccfdd78" providerId="LiveId" clId="{64E7B509-3051-48B7-83F1-57F45F9D0687}" dt="2026-08-24T18:18:00.249" v="452" actId="21"/>
          <ac:picMkLst>
            <pc:docMk/>
            <pc:sldMk cId="2037586411" sldId="288"/>
            <ac:picMk id="4" creationId="{74BACFCA-5379-C1AC-DF58-08C910ABAFD3}"/>
          </ac:picMkLst>
        </pc:picChg>
      </pc:sldChg>
      <pc:sldChg chg="delSp modSp del mod">
        <pc:chgData name="Dorsa Shahrokh" userId="5a7bf9fb7ccfdd78" providerId="LiveId" clId="{64E7B509-3051-48B7-83F1-57F45F9D0687}" dt="2026-08-24T18:51:37.930" v="580" actId="47"/>
        <pc:sldMkLst>
          <pc:docMk/>
          <pc:sldMk cId="1295646122" sldId="289"/>
        </pc:sldMkLst>
        <pc:spChg chg="mod">
          <ac:chgData name="Dorsa Shahrokh" userId="5a7bf9fb7ccfdd78" providerId="LiveId" clId="{64E7B509-3051-48B7-83F1-57F45F9D0687}" dt="2026-08-24T18:49:28.092" v="534" actId="21"/>
          <ac:spMkLst>
            <pc:docMk/>
            <pc:sldMk cId="1295646122" sldId="289"/>
            <ac:spMk id="3" creationId="{032CCDA1-43D4-892F-2365-E540B49895FC}"/>
          </ac:spMkLst>
        </pc:spChg>
        <pc:picChg chg="del">
          <ac:chgData name="Dorsa Shahrokh" userId="5a7bf9fb7ccfdd78" providerId="LiveId" clId="{64E7B509-3051-48B7-83F1-57F45F9D0687}" dt="2026-08-24T18:18:12.007" v="456" actId="21"/>
          <ac:picMkLst>
            <pc:docMk/>
            <pc:sldMk cId="1295646122" sldId="289"/>
            <ac:picMk id="4" creationId="{0D2DA817-72CA-B5DB-6AF6-A290FB728F33}"/>
          </ac:picMkLst>
        </pc:picChg>
      </pc:sldChg>
      <pc:sldChg chg="addSp delSp modSp mod">
        <pc:chgData name="Dorsa Shahrokh" userId="5a7bf9fb7ccfdd78" providerId="LiveId" clId="{64E7B509-3051-48B7-83F1-57F45F9D0687}" dt="2026-08-24T19:00:00.064" v="1070" actId="1076"/>
        <pc:sldMkLst>
          <pc:docMk/>
          <pc:sldMk cId="2644899334" sldId="290"/>
        </pc:sldMkLst>
        <pc:spChg chg="del mod">
          <ac:chgData name="Dorsa Shahrokh" userId="5a7bf9fb7ccfdd78" providerId="LiveId" clId="{64E7B509-3051-48B7-83F1-57F45F9D0687}" dt="2026-08-24T18:58:57.349" v="1037" actId="21"/>
          <ac:spMkLst>
            <pc:docMk/>
            <pc:sldMk cId="2644899334" sldId="290"/>
            <ac:spMk id="2" creationId="{8779D2E1-16BF-758E-3A10-F0FBE0588487}"/>
          </ac:spMkLst>
        </pc:spChg>
        <pc:spChg chg="del">
          <ac:chgData name="Dorsa Shahrokh" userId="5a7bf9fb7ccfdd78" providerId="LiveId" clId="{64E7B509-3051-48B7-83F1-57F45F9D0687}" dt="2026-08-24T08:02:53.520" v="0" actId="931"/>
          <ac:spMkLst>
            <pc:docMk/>
            <pc:sldMk cId="2644899334" sldId="290"/>
            <ac:spMk id="3" creationId="{63D18E4F-E739-B1AE-444E-D10CCCE368D6}"/>
          </ac:spMkLst>
        </pc:spChg>
        <pc:spChg chg="add mod">
          <ac:chgData name="Dorsa Shahrokh" userId="5a7bf9fb7ccfdd78" providerId="LiveId" clId="{64E7B509-3051-48B7-83F1-57F45F9D0687}" dt="2026-08-24T19:00:00.064" v="1070" actId="1076"/>
          <ac:spMkLst>
            <pc:docMk/>
            <pc:sldMk cId="2644899334" sldId="290"/>
            <ac:spMk id="4" creationId="{A6B6FC89-D93D-11FF-AA32-ACE5262C1786}"/>
          </ac:spMkLst>
        </pc:spChg>
        <pc:spChg chg="add del mod">
          <ac:chgData name="Dorsa Shahrokh" userId="5a7bf9fb7ccfdd78" providerId="LiveId" clId="{64E7B509-3051-48B7-83F1-57F45F9D0687}" dt="2026-08-24T18:59:44.364" v="1049" actId="478"/>
          <ac:spMkLst>
            <pc:docMk/>
            <pc:sldMk cId="2644899334" sldId="290"/>
            <ac:spMk id="8" creationId="{DF911D8F-5DD5-6A4C-D662-6E4554359D1F}"/>
          </ac:spMkLst>
        </pc:spChg>
        <pc:picChg chg="add mod">
          <ac:chgData name="Dorsa Shahrokh" userId="5a7bf9fb7ccfdd78" providerId="LiveId" clId="{64E7B509-3051-48B7-83F1-57F45F9D0687}" dt="2026-08-24T18:59:40.472" v="1048" actId="1076"/>
          <ac:picMkLst>
            <pc:docMk/>
            <pc:sldMk cId="2644899334" sldId="290"/>
            <ac:picMk id="5" creationId="{6B871E47-46EE-779A-FE37-66C86AA1F303}"/>
          </ac:picMkLst>
        </pc:picChg>
        <pc:picChg chg="add mod">
          <ac:chgData name="Dorsa Shahrokh" userId="5a7bf9fb7ccfdd78" providerId="LiveId" clId="{64E7B509-3051-48B7-83F1-57F45F9D0687}" dt="2026-08-24T18:59:17.445" v="1041" actId="1076"/>
          <ac:picMkLst>
            <pc:docMk/>
            <pc:sldMk cId="2644899334" sldId="290"/>
            <ac:picMk id="7" creationId="{847242D3-BCC6-D241-A8C8-641E62BE21EC}"/>
          </ac:picMkLst>
        </pc:picChg>
      </pc:sldChg>
      <pc:sldChg chg="addSp delSp modSp new mod ord">
        <pc:chgData name="Dorsa Shahrokh" userId="5a7bf9fb7ccfdd78" providerId="LiveId" clId="{64E7B509-3051-48B7-83F1-57F45F9D0687}" dt="2026-08-24T18:01:24.895" v="428" actId="1076"/>
        <pc:sldMkLst>
          <pc:docMk/>
          <pc:sldMk cId="3799955984" sldId="291"/>
        </pc:sldMkLst>
        <pc:spChg chg="mod">
          <ac:chgData name="Dorsa Shahrokh" userId="5a7bf9fb7ccfdd78" providerId="LiveId" clId="{64E7B509-3051-48B7-83F1-57F45F9D0687}" dt="2026-08-24T09:08:36.822" v="273" actId="20577"/>
          <ac:spMkLst>
            <pc:docMk/>
            <pc:sldMk cId="3799955984" sldId="291"/>
            <ac:spMk id="2" creationId="{EE249DB2-1550-AB41-5592-2B2DB72AFFAF}"/>
          </ac:spMkLst>
        </pc:spChg>
        <pc:spChg chg="del">
          <ac:chgData name="Dorsa Shahrokh" userId="5a7bf9fb7ccfdd78" providerId="LiveId" clId="{64E7B509-3051-48B7-83F1-57F45F9D0687}" dt="2026-08-24T08:09:57.109" v="47" actId="931"/>
          <ac:spMkLst>
            <pc:docMk/>
            <pc:sldMk cId="3799955984" sldId="291"/>
            <ac:spMk id="3" creationId="{DA60F6C7-8316-3F75-66F9-5AD10F146A4C}"/>
          </ac:spMkLst>
        </pc:spChg>
        <pc:spChg chg="add mod">
          <ac:chgData name="Dorsa Shahrokh" userId="5a7bf9fb7ccfdd78" providerId="LiveId" clId="{64E7B509-3051-48B7-83F1-57F45F9D0687}" dt="2026-08-24T09:11:31.259" v="277" actId="1076"/>
          <ac:spMkLst>
            <pc:docMk/>
            <pc:sldMk cId="3799955984" sldId="291"/>
            <ac:spMk id="6" creationId="{50E5F062-F673-DBF9-3695-E0491DE8B55C}"/>
          </ac:spMkLst>
        </pc:spChg>
        <pc:spChg chg="add del mod">
          <ac:chgData name="Dorsa Shahrokh" userId="5a7bf9fb7ccfdd78" providerId="LiveId" clId="{64E7B509-3051-48B7-83F1-57F45F9D0687}" dt="2026-08-24T09:11:16.811" v="274" actId="931"/>
          <ac:spMkLst>
            <pc:docMk/>
            <pc:sldMk cId="3799955984" sldId="291"/>
            <ac:spMk id="8" creationId="{56ACF129-8F9B-9E65-67CB-C27A86D4F8F2}"/>
          </ac:spMkLst>
        </pc:spChg>
        <pc:picChg chg="add del mod">
          <ac:chgData name="Dorsa Shahrokh" userId="5a7bf9fb7ccfdd78" providerId="LiveId" clId="{64E7B509-3051-48B7-83F1-57F45F9D0687}" dt="2026-08-24T09:08:21.462" v="213" actId="478"/>
          <ac:picMkLst>
            <pc:docMk/>
            <pc:sldMk cId="3799955984" sldId="291"/>
            <ac:picMk id="5" creationId="{0BFF2230-FCFD-FBD8-D832-1050C67CE447}"/>
          </ac:picMkLst>
        </pc:picChg>
        <pc:picChg chg="add mod">
          <ac:chgData name="Dorsa Shahrokh" userId="5a7bf9fb7ccfdd78" providerId="LiveId" clId="{64E7B509-3051-48B7-83F1-57F45F9D0687}" dt="2026-08-24T18:01:24.895" v="428" actId="1076"/>
          <ac:picMkLst>
            <pc:docMk/>
            <pc:sldMk cId="3799955984" sldId="291"/>
            <ac:picMk id="10" creationId="{A2039EC8-3B45-12FE-CD89-E9AC792D442E}"/>
          </ac:picMkLst>
        </pc:picChg>
      </pc:sldChg>
      <pc:sldChg chg="addSp delSp modSp new mod">
        <pc:chgData name="Dorsa Shahrokh" userId="5a7bf9fb7ccfdd78" providerId="LiveId" clId="{64E7B509-3051-48B7-83F1-57F45F9D0687}" dt="2026-08-24T18:01:03.960" v="427" actId="1076"/>
        <pc:sldMkLst>
          <pc:docMk/>
          <pc:sldMk cId="1293322678" sldId="292"/>
        </pc:sldMkLst>
        <pc:spChg chg="mod">
          <ac:chgData name="Dorsa Shahrokh" userId="5a7bf9fb7ccfdd78" providerId="LiveId" clId="{64E7B509-3051-48B7-83F1-57F45F9D0687}" dt="2026-08-24T08:15:11.750" v="132" actId="120"/>
          <ac:spMkLst>
            <pc:docMk/>
            <pc:sldMk cId="1293322678" sldId="292"/>
            <ac:spMk id="2" creationId="{6A905240-5940-477B-49A3-50ED2B83222A}"/>
          </ac:spMkLst>
        </pc:spChg>
        <pc:spChg chg="del">
          <ac:chgData name="Dorsa Shahrokh" userId="5a7bf9fb7ccfdd78" providerId="LiveId" clId="{64E7B509-3051-48B7-83F1-57F45F9D0687}" dt="2026-08-24T08:14:46.531" v="111" actId="931"/>
          <ac:spMkLst>
            <pc:docMk/>
            <pc:sldMk cId="1293322678" sldId="292"/>
            <ac:spMk id="3" creationId="{118FCEEF-5E96-D76E-14A7-110A6223BB04}"/>
          </ac:spMkLst>
        </pc:spChg>
        <pc:spChg chg="add mod">
          <ac:chgData name="Dorsa Shahrokh" userId="5a7bf9fb7ccfdd78" providerId="LiveId" clId="{64E7B509-3051-48B7-83F1-57F45F9D0687}" dt="2026-08-24T08:15:34.410" v="142" actId="1076"/>
          <ac:spMkLst>
            <pc:docMk/>
            <pc:sldMk cId="1293322678" sldId="292"/>
            <ac:spMk id="6" creationId="{D9E27849-A8A4-118D-1DD5-8DF49EF43EC0}"/>
          </ac:spMkLst>
        </pc:spChg>
        <pc:picChg chg="add mod">
          <ac:chgData name="Dorsa Shahrokh" userId="5a7bf9fb7ccfdd78" providerId="LiveId" clId="{64E7B509-3051-48B7-83F1-57F45F9D0687}" dt="2026-08-24T18:01:03.960" v="427" actId="1076"/>
          <ac:picMkLst>
            <pc:docMk/>
            <pc:sldMk cId="1293322678" sldId="292"/>
            <ac:picMk id="3" creationId="{BD33C2AE-F769-AB71-0586-9A3B4DF99515}"/>
          </ac:picMkLst>
        </pc:picChg>
        <pc:picChg chg="add mod">
          <ac:chgData name="Dorsa Shahrokh" userId="5a7bf9fb7ccfdd78" providerId="LiveId" clId="{64E7B509-3051-48B7-83F1-57F45F9D0687}" dt="2026-08-24T08:15:16.116" v="133" actId="1076"/>
          <ac:picMkLst>
            <pc:docMk/>
            <pc:sldMk cId="1293322678" sldId="292"/>
            <ac:picMk id="5" creationId="{3C33D3D0-D393-C451-8D24-694761B170EB}"/>
          </ac:picMkLst>
        </pc:picChg>
        <pc:picChg chg="add del mod">
          <ac:chgData name="Dorsa Shahrokh" userId="5a7bf9fb7ccfdd78" providerId="LiveId" clId="{64E7B509-3051-48B7-83F1-57F45F9D0687}" dt="2026-08-24T18:00:58.896" v="426" actId="478"/>
          <ac:picMkLst>
            <pc:docMk/>
            <pc:sldMk cId="1293322678" sldId="292"/>
            <ac:picMk id="8" creationId="{5F8086F9-39C7-D337-0B9A-9656341B29B3}"/>
          </ac:picMkLst>
        </pc:picChg>
      </pc:sldChg>
      <pc:sldChg chg="addSp delSp modSp new mod ord">
        <pc:chgData name="Dorsa Shahrokh" userId="5a7bf9fb7ccfdd78" providerId="LiveId" clId="{64E7B509-3051-48B7-83F1-57F45F9D0687}" dt="2026-08-24T18:58:08.874" v="1030" actId="1076"/>
        <pc:sldMkLst>
          <pc:docMk/>
          <pc:sldMk cId="1512406299" sldId="293"/>
        </pc:sldMkLst>
        <pc:spChg chg="mod">
          <ac:chgData name="Dorsa Shahrokh" userId="5a7bf9fb7ccfdd78" providerId="LiveId" clId="{64E7B509-3051-48B7-83F1-57F45F9D0687}" dt="2026-08-24T18:58:03.690" v="1029" actId="1076"/>
          <ac:spMkLst>
            <pc:docMk/>
            <pc:sldMk cId="1512406299" sldId="293"/>
            <ac:spMk id="2" creationId="{8F1E666B-4B5A-B0B7-BAC1-902383E5FB2A}"/>
          </ac:spMkLst>
        </pc:spChg>
        <pc:spChg chg="del">
          <ac:chgData name="Dorsa Shahrokh" userId="5a7bf9fb7ccfdd78" providerId="LiveId" clId="{64E7B509-3051-48B7-83F1-57F45F9D0687}" dt="2026-08-24T09:06:52.200" v="170" actId="931"/>
          <ac:spMkLst>
            <pc:docMk/>
            <pc:sldMk cId="1512406299" sldId="293"/>
            <ac:spMk id="3" creationId="{AEF87509-A47F-032F-33FF-C3DA05A438AC}"/>
          </ac:spMkLst>
        </pc:spChg>
        <pc:spChg chg="add del mod">
          <ac:chgData name="Dorsa Shahrokh" userId="5a7bf9fb7ccfdd78" providerId="LiveId" clId="{64E7B509-3051-48B7-83F1-57F45F9D0687}" dt="2026-08-24T18:57:46.705" v="1022" actId="931"/>
          <ac:spMkLst>
            <pc:docMk/>
            <pc:sldMk cId="1512406299" sldId="293"/>
            <ac:spMk id="4" creationId="{18BFF454-AEBB-31AC-A0D0-A24E004C47BE}"/>
          </ac:spMkLst>
        </pc:spChg>
        <pc:spChg chg="add mod">
          <ac:chgData name="Dorsa Shahrokh" userId="5a7bf9fb7ccfdd78" providerId="LiveId" clId="{64E7B509-3051-48B7-83F1-57F45F9D0687}" dt="2026-08-24T18:58:08.874" v="1030" actId="1076"/>
          <ac:spMkLst>
            <pc:docMk/>
            <pc:sldMk cId="1512406299" sldId="293"/>
            <ac:spMk id="6" creationId="{7A8B86F1-1C6D-6CE6-8473-F08C3EF642E1}"/>
          </ac:spMkLst>
        </pc:spChg>
        <pc:picChg chg="add del mod">
          <ac:chgData name="Dorsa Shahrokh" userId="5a7bf9fb7ccfdd78" providerId="LiveId" clId="{64E7B509-3051-48B7-83F1-57F45F9D0687}" dt="2026-08-24T18:57:33.359" v="1021" actId="478"/>
          <ac:picMkLst>
            <pc:docMk/>
            <pc:sldMk cId="1512406299" sldId="293"/>
            <ac:picMk id="5" creationId="{696F0A83-2D7A-2BE3-B7DA-964F22C8B877}"/>
          </ac:picMkLst>
        </pc:picChg>
        <pc:picChg chg="add mod ord">
          <ac:chgData name="Dorsa Shahrokh" userId="5a7bf9fb7ccfdd78" providerId="LiveId" clId="{64E7B509-3051-48B7-83F1-57F45F9D0687}" dt="2026-08-24T18:58:00.022" v="1028" actId="167"/>
          <ac:picMkLst>
            <pc:docMk/>
            <pc:sldMk cId="1512406299" sldId="293"/>
            <ac:picMk id="8" creationId="{88BA5E35-F7AE-BAE8-3267-C9E87A476309}"/>
          </ac:picMkLst>
        </pc:picChg>
      </pc:sldChg>
      <pc:sldChg chg="modSp new del mod">
        <pc:chgData name="Dorsa Shahrokh" userId="5a7bf9fb7ccfdd78" providerId="LiveId" clId="{64E7B509-3051-48B7-83F1-57F45F9D0687}" dt="2026-08-24T18:58:24.948" v="1031" actId="47"/>
        <pc:sldMkLst>
          <pc:docMk/>
          <pc:sldMk cId="1978750530" sldId="294"/>
        </pc:sldMkLst>
        <pc:spChg chg="mod">
          <ac:chgData name="Dorsa Shahrokh" userId="5a7bf9fb7ccfdd78" providerId="LiveId" clId="{64E7B509-3051-48B7-83F1-57F45F9D0687}" dt="2026-08-24T14:40:14.755" v="307" actId="1076"/>
          <ac:spMkLst>
            <pc:docMk/>
            <pc:sldMk cId="1978750530" sldId="294"/>
            <ac:spMk id="2" creationId="{EEA4BF6A-CA89-4B3A-AB3D-FD4F413D5217}"/>
          </ac:spMkLst>
        </pc:spChg>
      </pc:sldChg>
      <pc:sldChg chg="addSp delSp modSp new mod">
        <pc:chgData name="Dorsa Shahrokh" userId="5a7bf9fb7ccfdd78" providerId="LiveId" clId="{64E7B509-3051-48B7-83F1-57F45F9D0687}" dt="2026-08-24T17:59:12.805" v="388" actId="1076"/>
        <pc:sldMkLst>
          <pc:docMk/>
          <pc:sldMk cId="995733699" sldId="295"/>
        </pc:sldMkLst>
        <pc:spChg chg="mod">
          <ac:chgData name="Dorsa Shahrokh" userId="5a7bf9fb7ccfdd78" providerId="LiveId" clId="{64E7B509-3051-48B7-83F1-57F45F9D0687}" dt="2026-08-24T17:59:12.805" v="388" actId="1076"/>
          <ac:spMkLst>
            <pc:docMk/>
            <pc:sldMk cId="995733699" sldId="295"/>
            <ac:spMk id="2" creationId="{EDD6E46E-21CC-AC54-DF5D-9A27B2512929}"/>
          </ac:spMkLst>
        </pc:spChg>
        <pc:spChg chg="del">
          <ac:chgData name="Dorsa Shahrokh" userId="5a7bf9fb7ccfdd78" providerId="LiveId" clId="{64E7B509-3051-48B7-83F1-57F45F9D0687}" dt="2026-08-24T17:55:44.262" v="353" actId="931"/>
          <ac:spMkLst>
            <pc:docMk/>
            <pc:sldMk cId="995733699" sldId="295"/>
            <ac:spMk id="3" creationId="{A0CB4934-A58A-A64D-13CA-4E56B79A6214}"/>
          </ac:spMkLst>
        </pc:spChg>
        <pc:spChg chg="add mod">
          <ac:chgData name="Dorsa Shahrokh" userId="5a7bf9fb7ccfdd78" providerId="LiveId" clId="{64E7B509-3051-48B7-83F1-57F45F9D0687}" dt="2026-08-24T17:59:10.779" v="387" actId="1076"/>
          <ac:spMkLst>
            <pc:docMk/>
            <pc:sldMk cId="995733699" sldId="295"/>
            <ac:spMk id="6" creationId="{23098A1A-4869-349A-7614-DF3D1121E77A}"/>
          </ac:spMkLst>
        </pc:spChg>
        <pc:picChg chg="add mod">
          <ac:chgData name="Dorsa Shahrokh" userId="5a7bf9fb7ccfdd78" providerId="LiveId" clId="{64E7B509-3051-48B7-83F1-57F45F9D0687}" dt="2026-08-24T17:59:05.011" v="386" actId="1076"/>
          <ac:picMkLst>
            <pc:docMk/>
            <pc:sldMk cId="995733699" sldId="295"/>
            <ac:picMk id="5" creationId="{133B4E59-6BE2-B7AA-B1F0-D027C45D19B4}"/>
          </ac:picMkLst>
        </pc:picChg>
      </pc:sldChg>
      <pc:sldChg chg="addSp delSp modSp new mod">
        <pc:chgData name="Dorsa Shahrokh" userId="5a7bf9fb7ccfdd78" providerId="LiveId" clId="{64E7B509-3051-48B7-83F1-57F45F9D0687}" dt="2026-08-24T18:56:36.426" v="1010" actId="20577"/>
        <pc:sldMkLst>
          <pc:docMk/>
          <pc:sldMk cId="1874434629" sldId="296"/>
        </pc:sldMkLst>
        <pc:spChg chg="mod">
          <ac:chgData name="Dorsa Shahrokh" userId="5a7bf9fb7ccfdd78" providerId="LiveId" clId="{64E7B509-3051-48B7-83F1-57F45F9D0687}" dt="2026-08-24T17:59:28.988" v="402" actId="20577"/>
          <ac:spMkLst>
            <pc:docMk/>
            <pc:sldMk cId="1874434629" sldId="296"/>
            <ac:spMk id="2" creationId="{A440EF61-7FF8-26FC-6417-5566FA322EEA}"/>
          </ac:spMkLst>
        </pc:spChg>
        <pc:spChg chg="del">
          <ac:chgData name="Dorsa Shahrokh" userId="5a7bf9fb7ccfdd78" providerId="LiveId" clId="{64E7B509-3051-48B7-83F1-57F45F9D0687}" dt="2026-08-24T18:11:54.022" v="429" actId="931"/>
          <ac:spMkLst>
            <pc:docMk/>
            <pc:sldMk cId="1874434629" sldId="296"/>
            <ac:spMk id="3" creationId="{71253DD3-F771-4934-9586-739B8B8E8262}"/>
          </ac:spMkLst>
        </pc:spChg>
        <pc:spChg chg="add del mod">
          <ac:chgData name="Dorsa Shahrokh" userId="5a7bf9fb7ccfdd78" providerId="LiveId" clId="{64E7B509-3051-48B7-83F1-57F45F9D0687}" dt="2026-08-24T18:17:27.666" v="440"/>
          <ac:spMkLst>
            <pc:docMk/>
            <pc:sldMk cId="1874434629" sldId="296"/>
            <ac:spMk id="6" creationId="{E4006FBE-D65F-1D00-62B2-E71D99F34FCB}"/>
          </ac:spMkLst>
        </pc:spChg>
        <pc:spChg chg="add mod">
          <ac:chgData name="Dorsa Shahrokh" userId="5a7bf9fb7ccfdd78" providerId="LiveId" clId="{64E7B509-3051-48B7-83F1-57F45F9D0687}" dt="2026-08-24T18:56:36.426" v="1010" actId="20577"/>
          <ac:spMkLst>
            <pc:docMk/>
            <pc:sldMk cId="1874434629" sldId="296"/>
            <ac:spMk id="7" creationId="{CC91AB9C-F740-ED8E-0D8B-321882C4D15D}"/>
          </ac:spMkLst>
        </pc:spChg>
        <pc:picChg chg="add mod">
          <ac:chgData name="Dorsa Shahrokh" userId="5a7bf9fb7ccfdd78" providerId="LiveId" clId="{64E7B509-3051-48B7-83F1-57F45F9D0687}" dt="2026-08-24T18:12:02.897" v="435" actId="1076"/>
          <ac:picMkLst>
            <pc:docMk/>
            <pc:sldMk cId="1874434629" sldId="296"/>
            <ac:picMk id="5" creationId="{4572DC4A-4D72-EF05-8B53-E935B7A1F23C}"/>
          </ac:picMkLst>
        </pc:picChg>
      </pc:sldChg>
      <pc:sldChg chg="addSp delSp modSp new mod">
        <pc:chgData name="Dorsa Shahrokh" userId="5a7bf9fb7ccfdd78" providerId="LiveId" clId="{64E7B509-3051-48B7-83F1-57F45F9D0687}" dt="2026-08-24T18:55:13.137" v="806" actId="14100"/>
        <pc:sldMkLst>
          <pc:docMk/>
          <pc:sldMk cId="2129681378" sldId="297"/>
        </pc:sldMkLst>
        <pc:spChg chg="mod">
          <ac:chgData name="Dorsa Shahrokh" userId="5a7bf9fb7ccfdd78" providerId="LiveId" clId="{64E7B509-3051-48B7-83F1-57F45F9D0687}" dt="2026-08-24T17:59:38.014" v="418" actId="20577"/>
          <ac:spMkLst>
            <pc:docMk/>
            <pc:sldMk cId="2129681378" sldId="297"/>
            <ac:spMk id="2" creationId="{E97E2E0E-5AD8-9B40-25B1-550478449A09}"/>
          </ac:spMkLst>
        </pc:spChg>
        <pc:spChg chg="del">
          <ac:chgData name="Dorsa Shahrokh" userId="5a7bf9fb7ccfdd78" providerId="LiveId" clId="{64E7B509-3051-48B7-83F1-57F45F9D0687}" dt="2026-08-24T18:31:16.204" v="497" actId="931"/>
          <ac:spMkLst>
            <pc:docMk/>
            <pc:sldMk cId="2129681378" sldId="297"/>
            <ac:spMk id="3" creationId="{4F8DE9E8-C1E0-B9BA-3C47-8376CACBB65B}"/>
          </ac:spMkLst>
        </pc:spChg>
        <pc:spChg chg="add del mod">
          <ac:chgData name="Dorsa Shahrokh" userId="5a7bf9fb7ccfdd78" providerId="LiveId" clId="{64E7B509-3051-48B7-83F1-57F45F9D0687}" dt="2026-08-24T18:36:57.492" v="506"/>
          <ac:spMkLst>
            <pc:docMk/>
            <pc:sldMk cId="2129681378" sldId="297"/>
            <ac:spMk id="6" creationId="{D76F59DF-F976-026C-D30D-53CAA10A3A19}"/>
          </ac:spMkLst>
        </pc:spChg>
        <pc:spChg chg="add mod">
          <ac:chgData name="Dorsa Shahrokh" userId="5a7bf9fb7ccfdd78" providerId="LiveId" clId="{64E7B509-3051-48B7-83F1-57F45F9D0687}" dt="2026-08-24T18:55:13.137" v="806" actId="14100"/>
          <ac:spMkLst>
            <pc:docMk/>
            <pc:sldMk cId="2129681378" sldId="297"/>
            <ac:spMk id="7" creationId="{3FC16806-6EDA-E4C1-3A3F-E66635B14415}"/>
          </ac:spMkLst>
        </pc:spChg>
        <pc:picChg chg="add mod">
          <ac:chgData name="Dorsa Shahrokh" userId="5a7bf9fb7ccfdd78" providerId="LiveId" clId="{64E7B509-3051-48B7-83F1-57F45F9D0687}" dt="2026-08-24T18:31:23.795" v="502" actId="1076"/>
          <ac:picMkLst>
            <pc:docMk/>
            <pc:sldMk cId="2129681378" sldId="297"/>
            <ac:picMk id="5" creationId="{716A0000-80FC-9CE8-1DF2-F58FB9486A1D}"/>
          </ac:picMkLst>
        </pc:picChg>
      </pc:sldChg>
      <pc:sldChg chg="addSp delSp modSp new mod ord">
        <pc:chgData name="Dorsa Shahrokh" userId="5a7bf9fb7ccfdd78" providerId="LiveId" clId="{64E7B509-3051-48B7-83F1-57F45F9D0687}" dt="2026-08-24T19:02:13.112" v="1220" actId="14100"/>
        <pc:sldMkLst>
          <pc:docMk/>
          <pc:sldMk cId="3031361240" sldId="298"/>
        </pc:sldMkLst>
        <pc:spChg chg="del">
          <ac:chgData name="Dorsa Shahrokh" userId="5a7bf9fb7ccfdd78" providerId="LiveId" clId="{64E7B509-3051-48B7-83F1-57F45F9D0687}" dt="2026-08-24T18:59:03.378" v="1038"/>
          <ac:spMkLst>
            <pc:docMk/>
            <pc:sldMk cId="3031361240" sldId="298"/>
            <ac:spMk id="2" creationId="{8CC39149-2AF9-77CF-6FA6-80CFFB753301}"/>
          </ac:spMkLst>
        </pc:spChg>
        <pc:spChg chg="del">
          <ac:chgData name="Dorsa Shahrokh" userId="5a7bf9fb7ccfdd78" providerId="LiveId" clId="{64E7B509-3051-48B7-83F1-57F45F9D0687}" dt="2026-08-24T19:00:16.639" v="1071" actId="931"/>
          <ac:spMkLst>
            <pc:docMk/>
            <pc:sldMk cId="3031361240" sldId="298"/>
            <ac:spMk id="3" creationId="{BB3738FD-B59E-92F5-6815-4B3C8DA5C059}"/>
          </ac:spMkLst>
        </pc:spChg>
        <pc:spChg chg="add mod">
          <ac:chgData name="Dorsa Shahrokh" userId="5a7bf9fb7ccfdd78" providerId="LiveId" clId="{64E7B509-3051-48B7-83F1-57F45F9D0687}" dt="2026-08-24T19:01:59.108" v="1217" actId="1076"/>
          <ac:spMkLst>
            <pc:docMk/>
            <pc:sldMk cId="3031361240" sldId="298"/>
            <ac:spMk id="4" creationId="{403B6726-17F4-13AE-8029-8824E37A1950}"/>
          </ac:spMkLst>
        </pc:spChg>
        <pc:spChg chg="add mod">
          <ac:chgData name="Dorsa Shahrokh" userId="5a7bf9fb7ccfdd78" providerId="LiveId" clId="{64E7B509-3051-48B7-83F1-57F45F9D0687}" dt="2026-08-24T19:01:57.090" v="1216" actId="1076"/>
          <ac:spMkLst>
            <pc:docMk/>
            <pc:sldMk cId="3031361240" sldId="298"/>
            <ac:spMk id="9" creationId="{F7EC591D-00E6-4D6B-7BD7-D2D42C951C1D}"/>
          </ac:spMkLst>
        </pc:spChg>
        <pc:picChg chg="add mod">
          <ac:chgData name="Dorsa Shahrokh" userId="5a7bf9fb7ccfdd78" providerId="LiveId" clId="{64E7B509-3051-48B7-83F1-57F45F9D0687}" dt="2026-08-24T19:02:13.112" v="1220" actId="14100"/>
          <ac:picMkLst>
            <pc:docMk/>
            <pc:sldMk cId="3031361240" sldId="298"/>
            <ac:picMk id="6" creationId="{9DEA9537-1F57-ADA4-C439-08A5CAF84497}"/>
          </ac:picMkLst>
        </pc:picChg>
        <pc:picChg chg="add mod ord">
          <ac:chgData name="Dorsa Shahrokh" userId="5a7bf9fb7ccfdd78" providerId="LiveId" clId="{64E7B509-3051-48B7-83F1-57F45F9D0687}" dt="2026-08-24T19:00:56.421" v="1080" actId="167"/>
          <ac:picMkLst>
            <pc:docMk/>
            <pc:sldMk cId="3031361240" sldId="298"/>
            <ac:picMk id="8" creationId="{8B42FCF5-78DD-2C57-A15D-F0B9DE2FCC5C}"/>
          </ac:picMkLst>
        </pc:picChg>
      </pc:sldChg>
      <pc:sldChg chg="new del">
        <pc:chgData name="Dorsa Shahrokh" userId="5a7bf9fb7ccfdd78" providerId="LiveId" clId="{64E7B509-3051-48B7-83F1-57F45F9D0687}" dt="2026-08-24T18:58:46.590" v="1033" actId="680"/>
        <pc:sldMkLst>
          <pc:docMk/>
          <pc:sldMk cId="3527620238" sldId="298"/>
        </pc:sldMkLst>
      </pc:sldChg>
      <pc:sldChg chg="addSp delSp modSp new mod">
        <pc:chgData name="Dorsa Shahrokh" userId="5a7bf9fb7ccfdd78" providerId="LiveId" clId="{64E7B509-3051-48B7-83F1-57F45F9D0687}" dt="2026-08-24T19:08:28.693" v="1855" actId="14100"/>
        <pc:sldMkLst>
          <pc:docMk/>
          <pc:sldMk cId="502490716" sldId="299"/>
        </pc:sldMkLst>
        <pc:spChg chg="mod">
          <ac:chgData name="Dorsa Shahrokh" userId="5a7bf9fb7ccfdd78" providerId="LiveId" clId="{64E7B509-3051-48B7-83F1-57F45F9D0687}" dt="2026-08-24T19:04:04.349" v="1308" actId="1076"/>
          <ac:spMkLst>
            <pc:docMk/>
            <pc:sldMk cId="502490716" sldId="299"/>
            <ac:spMk id="2" creationId="{C1F5D07C-D083-9601-7DDD-151CB52B0BC4}"/>
          </ac:spMkLst>
        </pc:spChg>
        <pc:spChg chg="del">
          <ac:chgData name="Dorsa Shahrokh" userId="5a7bf9fb7ccfdd78" providerId="LiveId" clId="{64E7B509-3051-48B7-83F1-57F45F9D0687}" dt="2026-08-24T19:02:37.994" v="1232" actId="931"/>
          <ac:spMkLst>
            <pc:docMk/>
            <pc:sldMk cId="502490716" sldId="299"/>
            <ac:spMk id="3" creationId="{09B81CE9-E22E-436F-6AD2-BD67FC0080AE}"/>
          </ac:spMkLst>
        </pc:spChg>
        <pc:spChg chg="add mod">
          <ac:chgData name="Dorsa Shahrokh" userId="5a7bf9fb7ccfdd78" providerId="LiveId" clId="{64E7B509-3051-48B7-83F1-57F45F9D0687}" dt="2026-08-24T19:08:25.507" v="1854" actId="1076"/>
          <ac:spMkLst>
            <pc:docMk/>
            <pc:sldMk cId="502490716" sldId="299"/>
            <ac:spMk id="6" creationId="{F50C707A-9243-6793-568F-8C85075328D3}"/>
          </ac:spMkLst>
        </pc:spChg>
        <pc:picChg chg="add mod modCrop">
          <ac:chgData name="Dorsa Shahrokh" userId="5a7bf9fb7ccfdd78" providerId="LiveId" clId="{64E7B509-3051-48B7-83F1-57F45F9D0687}" dt="2026-08-24T19:08:28.693" v="1855" actId="14100"/>
          <ac:picMkLst>
            <pc:docMk/>
            <pc:sldMk cId="502490716" sldId="299"/>
            <ac:picMk id="5" creationId="{D840DCB9-7C4B-724D-6683-71AE899A24C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8/24/2026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04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842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61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f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eb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eb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eb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eb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web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f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eb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eb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f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eb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6F1128-45D9-EF4E-97A9-085E88422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32" y="228224"/>
            <a:ext cx="12193432" cy="640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000" dirty="0"/>
              <a:t>The Amazing Digital Circus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dirty="0"/>
              <a:t>What the show is about</a:t>
            </a:r>
          </a:p>
          <a:p>
            <a:r>
              <a:rPr lang="en-US" sz="2400" dirty="0"/>
              <a:t>Characters</a:t>
            </a:r>
          </a:p>
          <a:p>
            <a:r>
              <a:rPr lang="en-US" sz="2400" dirty="0"/>
              <a:t>Ties with the game (Key Points)</a:t>
            </a:r>
          </a:p>
          <a:p>
            <a:pPr marL="36900" lv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D8B-6AC4-0938-1156-C66DBD8D3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52560"/>
            <a:ext cx="10353762" cy="1257300"/>
          </a:xfrm>
        </p:spPr>
        <p:txBody>
          <a:bodyPr/>
          <a:lstStyle/>
          <a:p>
            <a:r>
              <a:rPr lang="en-ZA" dirty="0"/>
              <a:t>The Amazing Digital Circus: what it’s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10BF-5BB6-C0BE-9B22-9C05643E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09860"/>
            <a:ext cx="10353762" cy="5074276"/>
          </a:xfrm>
        </p:spPr>
        <p:txBody>
          <a:bodyPr>
            <a:normAutofit lnSpcReduction="10000"/>
          </a:bodyPr>
          <a:lstStyle/>
          <a:p>
            <a:r>
              <a:rPr lang="en-ZA" dirty="0"/>
              <a:t>Genre: </a:t>
            </a:r>
            <a:r>
              <a:rPr lang="en-GB" dirty="0"/>
              <a:t>Dark comedy meets psychological drama. Bright, chaotic circus visuals paired with real themes of trauma, identity, and isolation</a:t>
            </a:r>
          </a:p>
          <a:p>
            <a:r>
              <a:rPr lang="en-ZA" dirty="0"/>
              <a:t>Premise: </a:t>
            </a:r>
            <a:r>
              <a:rPr lang="en-GB" dirty="0"/>
              <a:t>Trapped in a virtual circus that never lets you leave</a:t>
            </a:r>
          </a:p>
          <a:p>
            <a:r>
              <a:rPr lang="en-GB" dirty="0"/>
              <a:t>A woman named </a:t>
            </a:r>
            <a:r>
              <a:rPr lang="en-GB" dirty="0" err="1"/>
              <a:t>Pomni</a:t>
            </a:r>
            <a:r>
              <a:rPr lang="en-GB" dirty="0"/>
              <a:t> wakes up inside a strange virtual circus — and quickly realizes she cannot log out</a:t>
            </a:r>
          </a:p>
          <a:p>
            <a:r>
              <a:rPr lang="en-GB" dirty="0"/>
              <a:t>She joins five other humans, each now trapped in a cartoonish digital body, all stuck in the same place for reasons none of them fully understand.</a:t>
            </a:r>
          </a:p>
          <a:p>
            <a:r>
              <a:rPr lang="en-GB" dirty="0"/>
              <a:t>An AI ringmaster named Caine runs the circus, constantly inventing chaotic games and “adventures” to keep everyone occupied — whether they want to play or not.</a:t>
            </a:r>
          </a:p>
          <a:p>
            <a:r>
              <a:rPr lang="en-GB" dirty="0"/>
              <a:t>Underneath the bright </a:t>
            </a:r>
            <a:r>
              <a:rPr lang="en-GB" dirty="0" err="1"/>
              <a:t>colors</a:t>
            </a:r>
            <a:r>
              <a:rPr lang="en-GB" dirty="0"/>
              <a:t>, the show is really about how each character copes (or doesn’t) with being stuck somewhere they can't escape.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6383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7ACD-8F0C-5544-EC3B-7AF18D84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3645" y="416952"/>
            <a:ext cx="2675675" cy="1257300"/>
          </a:xfrm>
        </p:spPr>
        <p:txBody>
          <a:bodyPr/>
          <a:lstStyle/>
          <a:p>
            <a:r>
              <a:rPr lang="en-ZA" dirty="0"/>
              <a:t>Setting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B7E87E-1BA3-FB7D-F9FB-637E3A71AE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8530966" cy="4172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854166-2769-7437-754C-604F41A2F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377" y="3131450"/>
            <a:ext cx="5533623" cy="372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03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3862-DF55-2088-3CED-19683CEE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C6DCC-58B3-F920-74EA-22E2F2D72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285" y="3571473"/>
            <a:ext cx="5842714" cy="3286527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3ACD46-AEFF-0248-5281-7DE476629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8402748" cy="472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0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8D88-EDA2-36D0-DF2E-1AE1ABB0B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-190500"/>
            <a:ext cx="10353762" cy="1257300"/>
          </a:xfrm>
        </p:spPr>
        <p:txBody>
          <a:bodyPr/>
          <a:lstStyle/>
          <a:p>
            <a:r>
              <a:rPr lang="en-ZA" dirty="0"/>
              <a:t>Characters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E4C3A4A-8272-DBF7-6248-BB9B46E19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952" y="727062"/>
            <a:ext cx="10353762" cy="5823992"/>
          </a:xfrm>
        </p:spPr>
      </p:pic>
    </p:spTree>
    <p:extLst>
      <p:ext uri="{BB962C8B-B14F-4D97-AF65-F5344CB8AC3E}">
        <p14:creationId xmlns:p14="http://schemas.microsoft.com/office/powerpoint/2010/main" val="65543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09E6-397A-466B-7772-7E790275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Pomni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FACDC1-5CD3-E555-7D82-868B09B5D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07" y="1090612"/>
            <a:ext cx="4676775" cy="46767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AA1110-8916-0449-B2D0-5FB10E7504E2}"/>
              </a:ext>
            </a:extLst>
          </p:cNvPr>
          <p:cNvSpPr txBox="1">
            <a:spLocks/>
          </p:cNvSpPr>
          <p:nvPr/>
        </p:nvSpPr>
        <p:spPr>
          <a:xfrm>
            <a:off x="5170813" y="2052638"/>
            <a:ext cx="6096743" cy="44640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>
                <a:solidFill>
                  <a:srgbClr val="D911CF"/>
                </a:solidFill>
              </a:rPr>
              <a:t>The newcomer</a:t>
            </a:r>
          </a:p>
          <a:p>
            <a:r>
              <a:rPr lang="en-GB" dirty="0"/>
              <a:t>The last human to arrive. Anxious and overwhelmed, she becomes our way into the circus's rules and dangers.</a:t>
            </a:r>
          </a:p>
          <a:p>
            <a:r>
              <a:rPr lang="en-GB" dirty="0"/>
              <a:t>She was an ordinary human until a digital copy of her was created by a brain scanner, where her copy takes on the form of a cartoon jester.</a:t>
            </a:r>
          </a:p>
          <a:p>
            <a:r>
              <a:rPr lang="en-GB" dirty="0"/>
              <a:t>Her human counterpart, Abigail Brooks, is a supermarket accountant and a YouTuber who explores urban sites with her newest friends.</a:t>
            </a:r>
          </a:p>
        </p:txBody>
      </p:sp>
    </p:spTree>
    <p:extLst>
      <p:ext uri="{BB962C8B-B14F-4D97-AF65-F5344CB8AC3E}">
        <p14:creationId xmlns:p14="http://schemas.microsoft.com/office/powerpoint/2010/main" val="1397517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F2FB3-50A1-2AEF-F550-C71F4D7F4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6896"/>
            <a:ext cx="10353762" cy="1257300"/>
          </a:xfrm>
        </p:spPr>
        <p:txBody>
          <a:bodyPr/>
          <a:lstStyle/>
          <a:p>
            <a:r>
              <a:rPr lang="en-ZA" dirty="0"/>
              <a:t>Jax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15C1D-575F-DA5B-A144-77CBDE65D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546" y="1423921"/>
            <a:ext cx="6969593" cy="4824479"/>
          </a:xfrm>
        </p:spPr>
        <p:txBody>
          <a:bodyPr>
            <a:normAutofit fontScale="92500" lnSpcReduction="10000"/>
          </a:bodyPr>
          <a:lstStyle/>
          <a:p>
            <a:r>
              <a:rPr lang="en-ZA" dirty="0"/>
              <a:t>The (other) main character</a:t>
            </a:r>
          </a:p>
          <a:p>
            <a:r>
              <a:rPr lang="en-ZA" dirty="0">
                <a:solidFill>
                  <a:srgbClr val="D911CF"/>
                </a:solidFill>
              </a:rPr>
              <a:t>The Troublemaker</a:t>
            </a:r>
          </a:p>
          <a:p>
            <a:r>
              <a:rPr lang="en-GB" dirty="0"/>
              <a:t>A rabbit-like character who thrives on chaos and dark </a:t>
            </a:r>
            <a:r>
              <a:rPr lang="en-GB" dirty="0" err="1"/>
              <a:t>humor</a:t>
            </a:r>
            <a:r>
              <a:rPr lang="en-GB" dirty="0"/>
              <a:t>, and openly enjoys messing with the others.</a:t>
            </a:r>
          </a:p>
          <a:p>
            <a:r>
              <a:rPr lang="en-GB" dirty="0"/>
              <a:t>He’s a lanky periwinkle rabbit with antagonistic tendencies who is a digital copy in the Digital Circus along with five other copies.</a:t>
            </a:r>
          </a:p>
          <a:p>
            <a:r>
              <a:rPr lang="en-GB" dirty="0">
                <a:effectLst/>
              </a:rPr>
              <a:t>n the real world, his human counterpart, </a:t>
            </a:r>
            <a:r>
              <a:rPr lang="en-GB" b="1" dirty="0">
                <a:effectLst/>
              </a:rPr>
              <a:t>Leeroy Mateo</a:t>
            </a:r>
            <a:r>
              <a:rPr lang="en-GB" dirty="0">
                <a:effectLst/>
              </a:rPr>
              <a:t> or </a:t>
            </a:r>
            <a:r>
              <a:rPr lang="en-GB" b="1" dirty="0">
                <a:effectLst/>
              </a:rPr>
              <a:t>Lee</a:t>
            </a:r>
            <a:r>
              <a:rPr lang="en-GB" dirty="0">
                <a:effectLst/>
              </a:rPr>
              <a:t>, is a young adult with family issues who ran away from home after pushing his mother. After months of being homeless, he moved in with a close friend and began turning his life around. He now works as a delivery driver.</a:t>
            </a: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C4E24-0C55-FC24-5079-DB0423590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92" y="1377101"/>
            <a:ext cx="4121947" cy="491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69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E46E-21CC-AC54-DF5D-9A27B251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644" y="361035"/>
            <a:ext cx="10353762" cy="1257300"/>
          </a:xfrm>
        </p:spPr>
        <p:txBody>
          <a:bodyPr/>
          <a:lstStyle/>
          <a:p>
            <a:r>
              <a:rPr lang="en-ZA" dirty="0"/>
              <a:t>Caine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3B4E59-6BE2-B7AA-B1F0-D027C45D1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941" y="226202"/>
            <a:ext cx="4337229" cy="602219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098A1A-4869-349A-7614-DF3D1121E77A}"/>
              </a:ext>
            </a:extLst>
          </p:cNvPr>
          <p:cNvSpPr txBox="1"/>
          <p:nvPr/>
        </p:nvSpPr>
        <p:spPr>
          <a:xfrm>
            <a:off x="4800265" y="1880317"/>
            <a:ext cx="674779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/>
              <a:t>Aka: </a:t>
            </a:r>
            <a:r>
              <a:rPr lang="en-GB" sz="2000" dirty="0"/>
              <a:t>Creative Artificial Intelligence Networking 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Caine is the circus's </a:t>
            </a:r>
            <a:r>
              <a:rPr lang="en-GB" sz="2000" dirty="0">
                <a:solidFill>
                  <a:srgbClr val="FF0000"/>
                </a:solidFill>
              </a:rPr>
              <a:t>AI ringmaster</a:t>
            </a:r>
            <a:r>
              <a:rPr lang="en-GB" sz="2000" dirty="0"/>
              <a:t>: cheerful, unpredictable, and completely in control of the world everyone is trapped in.</a:t>
            </a:r>
            <a:endParaRPr lang="en-Z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4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invents the games and challenges each episode — candy-kingdom heists, haunted mansions, trust exercises — whether the humans want to play or not.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He's not malicious so much as oblivious: he genuinely thinks he's giving everyone a fun place to be, which makes the situation feel even stranger.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95733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EF61-7FF8-26FC-6417-5566FA32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Ribbit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72DC4A-4D72-EF05-8B53-E935B7A1F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794" y="270698"/>
            <a:ext cx="1990263" cy="597770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91AB9C-F740-ED8E-0D8B-321882C4D15D}"/>
              </a:ext>
            </a:extLst>
          </p:cNvPr>
          <p:cNvSpPr txBox="1"/>
          <p:nvPr/>
        </p:nvSpPr>
        <p:spPr>
          <a:xfrm>
            <a:off x="3013656" y="1866900"/>
            <a:ext cx="82539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 tall, lanky green frog character, close friends with Jax and </a:t>
            </a:r>
            <a:r>
              <a:rPr lang="en-GB" sz="2400" dirty="0" err="1"/>
              <a:t>Kaufmo</a:t>
            </a:r>
            <a:r>
              <a:rPr lang="en-GB" sz="2400" dirty="0"/>
              <a:t> before her abstraction. </a:t>
            </a:r>
          </a:p>
          <a:p>
            <a:endParaRPr lang="en-GB" sz="2400" dirty="0"/>
          </a:p>
          <a:p>
            <a:r>
              <a:rPr lang="en-GB" sz="2400" dirty="0"/>
              <a:t>She was warm, patient, and genuinely tried to reach Jax when he pushed people away, but the group's growing fear that she'd expose Jax's secrets slowly isolated her — and that isolation is what eventually broke her. </a:t>
            </a:r>
          </a:p>
          <a:p>
            <a:endParaRPr lang="en-GB" sz="2400" dirty="0"/>
          </a:p>
          <a:p>
            <a:r>
              <a:rPr lang="en-GB" sz="2400" dirty="0"/>
              <a:t>The subject of level 1</a:t>
            </a:r>
          </a:p>
          <a:p>
            <a:r>
              <a:rPr lang="en-GB" sz="2400" dirty="0"/>
              <a:t>Objective: help her calm down from the conflict between her and Jax- dialogue options to meet threshold that determines the ending of the game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1874434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2E0E-5AD8-9B40-25B1-550478449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Kaufmo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6A0000-80FC-9CE8-1DF2-F58FB9486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669" y="338952"/>
            <a:ext cx="2434107" cy="590944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C16806-6EDA-E4C1-3A3F-E66635B14415}"/>
              </a:ext>
            </a:extLst>
          </p:cNvPr>
          <p:cNvSpPr txBox="1"/>
          <p:nvPr/>
        </p:nvSpPr>
        <p:spPr>
          <a:xfrm>
            <a:off x="3090931" y="1866901"/>
            <a:ext cx="76758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 </a:t>
            </a:r>
            <a:r>
              <a:rPr lang="en-GB" sz="2400" dirty="0" err="1"/>
              <a:t>noseless</a:t>
            </a:r>
            <a:r>
              <a:rPr lang="en-GB" sz="2400" dirty="0"/>
              <a:t> clown who performed in the circus before </a:t>
            </a:r>
            <a:r>
              <a:rPr lang="en-GB" sz="2400" dirty="0" err="1"/>
              <a:t>Pomni's</a:t>
            </a:r>
            <a:r>
              <a:rPr lang="en-GB" sz="2400" dirty="0"/>
              <a:t> arrival, remembered as the group's jokester (sometimes to an annoying degree — his </a:t>
            </a:r>
            <a:r>
              <a:rPr lang="en-GB" sz="2400" dirty="0" err="1"/>
              <a:t>humor</a:t>
            </a:r>
            <a:r>
              <a:rPr lang="en-GB" sz="2400" dirty="0"/>
              <a:t> wasn't landing with everyone). </a:t>
            </a:r>
          </a:p>
          <a:p>
            <a:endParaRPr lang="en-GB" sz="2400" dirty="0"/>
          </a:p>
          <a:p>
            <a:r>
              <a:rPr lang="en-GB" sz="2400" dirty="0"/>
              <a:t>He became fixated on finding a way out of the circus, and that obsession eventually consumed him too, driving him to abstract into a monster that had to be locked away.</a:t>
            </a:r>
          </a:p>
          <a:p>
            <a:endParaRPr lang="en-GB" sz="2400" dirty="0"/>
          </a:p>
          <a:p>
            <a:r>
              <a:rPr lang="en-GB" sz="2400" dirty="0"/>
              <a:t>The subject of level 2</a:t>
            </a:r>
          </a:p>
          <a:p>
            <a:r>
              <a:rPr lang="en-GB" sz="2400" dirty="0"/>
              <a:t>Objective: Find required objects to keep </a:t>
            </a:r>
            <a:r>
              <a:rPr lang="en-GB" sz="2400" dirty="0" err="1"/>
              <a:t>Kaufmo</a:t>
            </a:r>
            <a:r>
              <a:rPr lang="en-GB" sz="2400" dirty="0"/>
              <a:t> sane -to meet the threshold for good ending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2129681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2B718-730D-A5F8-3F89-4B9F7F9C7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368" y="345376"/>
            <a:ext cx="4456090" cy="2834425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chemeClr val="tx1"/>
                </a:solidFill>
              </a:rPr>
              <a:t>Ragatha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rgbClr val="D911CF"/>
                </a:solidFill>
              </a:rPr>
              <a:t>The Caretaker</a:t>
            </a:r>
          </a:p>
          <a:p>
            <a:r>
              <a:rPr lang="en-GB" dirty="0"/>
              <a:t>A patchwork ragdoll who tries to hold the group together and keep morale up — often at her own expense.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6F24C-8AEA-7870-2FF2-8706FC846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2" y="244491"/>
            <a:ext cx="1745013" cy="30361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5F8F24-D232-134D-1176-3D708931F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27" y="3959082"/>
            <a:ext cx="1459338" cy="2433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F7C5D7-D40B-3C81-716F-C9FF1696D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456" y="298244"/>
            <a:ext cx="839106" cy="3130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D3214E-7387-D922-D062-40C959353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748" y="3722756"/>
            <a:ext cx="2126972" cy="2837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4856F0-0392-2322-816D-2365DF55EB41}"/>
              </a:ext>
            </a:extLst>
          </p:cNvPr>
          <p:cNvSpPr txBox="1"/>
          <p:nvPr/>
        </p:nvSpPr>
        <p:spPr>
          <a:xfrm>
            <a:off x="1770298" y="3725718"/>
            <a:ext cx="4103470" cy="2702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Char char=""/>
              <a:tabLst/>
              <a:defRPr/>
            </a:pPr>
            <a:r>
              <a:rPr kumimoji="0" lang="en-ZA" sz="23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Gangle</a:t>
            </a:r>
          </a:p>
          <a:p>
            <a:pPr marL="3429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Char char=""/>
              <a:tabLst/>
              <a:defRPr/>
            </a:pPr>
            <a:r>
              <a:rPr kumimoji="0" lang="en-ZA" sz="23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911CF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The Performer</a:t>
            </a:r>
          </a:p>
          <a:p>
            <a:pPr marL="3429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Char char=""/>
              <a:tabLst/>
              <a:defRPr/>
            </a:pPr>
            <a:r>
              <a:rPr kumimoji="0" lang="en-GB" sz="23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F4EDD8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A mask-faced character who swings between an upbeat public persona and real sadness underneath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B514F4-4392-4DB6-3AA3-F23F6D212CBC}"/>
              </a:ext>
            </a:extLst>
          </p:cNvPr>
          <p:cNvSpPr txBox="1"/>
          <p:nvPr/>
        </p:nvSpPr>
        <p:spPr>
          <a:xfrm>
            <a:off x="7279993" y="4265698"/>
            <a:ext cx="4378816" cy="1820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Char char=""/>
              <a:tabLst/>
              <a:defRPr/>
            </a:pPr>
            <a:r>
              <a:rPr kumimoji="0" lang="en-ZA" sz="2300" b="0" i="0" u="none" strike="noStrike" kern="1200" cap="none" spc="0" normalizeH="0" baseline="0" noProof="0" dirty="0" err="1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Zooble</a:t>
            </a:r>
            <a:endParaRPr kumimoji="0" lang="en-ZA" sz="2300" b="0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Goudy Old Style"/>
              <a:ea typeface="+mn-ea"/>
              <a:cs typeface="+mn-cs"/>
            </a:endParaRPr>
          </a:p>
          <a:p>
            <a:pPr marL="3429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Char char=""/>
              <a:tabLst/>
              <a:defRPr/>
            </a:pPr>
            <a:r>
              <a:rPr kumimoji="0" lang="en-ZA" sz="23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911CF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The Mismatched One</a:t>
            </a:r>
          </a:p>
          <a:p>
            <a:pPr marL="3429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Char char="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BEB8D2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Aptos"/>
                <a:ea typeface="+mn-ea"/>
                <a:cs typeface="+mn-cs"/>
              </a:rPr>
              <a:t>Blunt, frustrated and resistant to Caine's forced positivity.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A9A226-A9F7-BACF-C284-2C0F4CC34F90}"/>
              </a:ext>
            </a:extLst>
          </p:cNvPr>
          <p:cNvSpPr txBox="1"/>
          <p:nvPr/>
        </p:nvSpPr>
        <p:spPr>
          <a:xfrm>
            <a:off x="7014987" y="422536"/>
            <a:ext cx="4643822" cy="3006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Char char="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Kinger</a:t>
            </a:r>
          </a:p>
          <a:p>
            <a:pPr marL="3429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Char char="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911CF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Co-creator of the circus</a:t>
            </a:r>
          </a:p>
          <a:p>
            <a:pPr marL="3429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Char char="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prstClr val="white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Goudy Old Style"/>
                <a:ea typeface="+mn-ea"/>
                <a:cs typeface="+mn-cs"/>
              </a:rPr>
              <a:t>A long-term resident whose instability hides important knowledge about the Circus</a:t>
            </a:r>
          </a:p>
          <a:p>
            <a:pPr marL="342900" marR="0" lvl="0" indent="-306000" algn="l" defTabSz="457200" rtl="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rgbClr val="F4EDD8"/>
              </a:buClr>
              <a:buSzPct val="70000"/>
              <a:buFont typeface="Wingdings 2" charset="2"/>
              <a:buChar char="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F4EDD8"/>
                </a:solidFill>
                <a:effectLst/>
                <a:uLnTx/>
                <a:uFillTx/>
                <a:latin typeface="Goudy Old Style"/>
                <a:ea typeface="+mn-ea"/>
                <a:cs typeface="+mn-cs"/>
              </a:rPr>
              <a:t>Kinger is erratic and paranoid, derived from his time in the circus. </a:t>
            </a:r>
            <a:endParaRPr kumimoji="0" lang="en-ZA" sz="2000" b="0" i="0" u="none" strike="noStrike" kern="1200" cap="none" spc="0" normalizeH="0" baseline="0" noProof="0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prstClr val="white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  <a:uLnTx/>
              <a:uFillTx/>
              <a:latin typeface="Goudy Old Styl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4925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42FCF5-78DD-2C57-A15D-F0B9DE2FC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62" y="2617093"/>
            <a:ext cx="7249638" cy="406659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DEA9537-1F57-ADA4-C439-08A5CAF84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70" y="643944"/>
            <a:ext cx="6740888" cy="380154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03B6726-17F4-13AE-8029-8824E37A1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62" y="-249753"/>
            <a:ext cx="10353675" cy="1257300"/>
          </a:xfrm>
        </p:spPr>
        <p:txBody>
          <a:bodyPr/>
          <a:lstStyle/>
          <a:p>
            <a:r>
              <a:rPr lang="en-ZA" dirty="0"/>
              <a:t>Ties with the game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EC591D-00E6-4D6B-7BD7-D2D42C951C1D}"/>
              </a:ext>
            </a:extLst>
          </p:cNvPr>
          <p:cNvSpPr txBox="1"/>
          <p:nvPr/>
        </p:nvSpPr>
        <p:spPr>
          <a:xfrm>
            <a:off x="6940342" y="1497030"/>
            <a:ext cx="4136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Inspiration for camera angles and dialogues</a:t>
            </a:r>
          </a:p>
        </p:txBody>
      </p:sp>
    </p:spTree>
    <p:extLst>
      <p:ext uri="{BB962C8B-B14F-4D97-AF65-F5344CB8AC3E}">
        <p14:creationId xmlns:p14="http://schemas.microsoft.com/office/powerpoint/2010/main" val="3031361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D07C-D083-9601-7DDD-151CB52B0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978" y="0"/>
            <a:ext cx="10353762" cy="1257300"/>
          </a:xfrm>
        </p:spPr>
        <p:txBody>
          <a:bodyPr/>
          <a:lstStyle/>
          <a:p>
            <a:r>
              <a:rPr lang="en-ZA" dirty="0"/>
              <a:t>Exposition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40DCB9-7C4B-724D-6683-71AE899A2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964" r="25239"/>
          <a:stretch>
            <a:fillRect/>
          </a:stretch>
        </p:blipFill>
        <p:spPr>
          <a:xfrm>
            <a:off x="149043" y="1257299"/>
            <a:ext cx="4663363" cy="37783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0C707A-9243-6793-568F-8C85075328D3}"/>
              </a:ext>
            </a:extLst>
          </p:cNvPr>
          <p:cNvSpPr txBox="1"/>
          <p:nvPr/>
        </p:nvSpPr>
        <p:spPr>
          <a:xfrm>
            <a:off x="5009881" y="1257300"/>
            <a:ext cx="579549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Caine approaches </a:t>
            </a:r>
            <a:r>
              <a:rPr lang="en-ZA" sz="2400" dirty="0" err="1"/>
              <a:t>Pomni</a:t>
            </a:r>
            <a:endParaRPr lang="en-ZA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Explains dilemma and him noticing the thick atmosphere in the circus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Shares his concerns for Jax, since he’s noticed how Jax is isolating, etc (asks you to check up on Ribbit since he saw them having a fight, while he tries to find him)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Mentions the reasoning of helping them out (abstraction</a:t>
            </a:r>
            <a:r>
              <a:rPr lang="en-ZA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0249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871E47-46EE-779A-FE37-66C86AA1F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1681" y="164071"/>
            <a:ext cx="11608637" cy="652985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7242D3-BCC6-D241-A8C8-641E62BE2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454" y="4246662"/>
            <a:ext cx="1444262" cy="227326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6B6FC89-D93D-11FF-AA32-ACE5262C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64" y="0"/>
            <a:ext cx="6109118" cy="1257300"/>
          </a:xfrm>
        </p:spPr>
        <p:txBody>
          <a:bodyPr/>
          <a:lstStyle/>
          <a:p>
            <a:pPr algn="l"/>
            <a:r>
              <a:rPr lang="en-ZA" dirty="0"/>
              <a:t>Start of the game</a:t>
            </a:r>
          </a:p>
        </p:txBody>
      </p:sp>
    </p:spTree>
    <p:extLst>
      <p:ext uri="{BB962C8B-B14F-4D97-AF65-F5344CB8AC3E}">
        <p14:creationId xmlns:p14="http://schemas.microsoft.com/office/powerpoint/2010/main" val="2644899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BA5E35-F7AE-BAE8-3267-C9E87A476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842" y="301998"/>
            <a:ext cx="11108354" cy="625400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1E666B-4B5A-B0B7-BAC1-902383E5F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4528" y="127478"/>
            <a:ext cx="4086827" cy="1073524"/>
          </a:xfrm>
        </p:spPr>
        <p:txBody>
          <a:bodyPr/>
          <a:lstStyle/>
          <a:p>
            <a:r>
              <a:rPr lang="en-ZA" dirty="0" err="1"/>
              <a:t>Ribbit’s</a:t>
            </a:r>
            <a:r>
              <a:rPr lang="en-ZA" dirty="0"/>
              <a:t> room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B86F1-1C6D-6CE6-8473-F08C3EF642E1}"/>
              </a:ext>
            </a:extLst>
          </p:cNvPr>
          <p:cNvSpPr txBox="1"/>
          <p:nvPr/>
        </p:nvSpPr>
        <p:spPr>
          <a:xfrm>
            <a:off x="8055924" y="1016336"/>
            <a:ext cx="82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1512406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5240-5940-477B-49A3-50ED2B83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214" y="133349"/>
            <a:ext cx="6937519" cy="1257300"/>
          </a:xfrm>
        </p:spPr>
        <p:txBody>
          <a:bodyPr/>
          <a:lstStyle/>
          <a:p>
            <a:pPr algn="l"/>
            <a:r>
              <a:rPr lang="en-ZA" dirty="0" err="1"/>
              <a:t>Kaufmo’s</a:t>
            </a:r>
            <a:r>
              <a:rPr lang="en-ZA" dirty="0"/>
              <a:t> room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33D3D0-D393-C451-8D24-694761B17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26567" y="1108260"/>
            <a:ext cx="9728219" cy="546735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E27849-A8A4-118D-1DD5-8DF49EF43EC0}"/>
              </a:ext>
            </a:extLst>
          </p:cNvPr>
          <p:cNvSpPr txBox="1"/>
          <p:nvPr/>
        </p:nvSpPr>
        <p:spPr>
          <a:xfrm>
            <a:off x="10233211" y="738928"/>
            <a:ext cx="82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Level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33C2AE-F769-AB71-0586-9A3B4DF99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311" y="3172369"/>
            <a:ext cx="141240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22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49DB2-1550-AB41-5592-2B2DB72A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854" y="-161365"/>
            <a:ext cx="7341015" cy="1257300"/>
          </a:xfrm>
        </p:spPr>
        <p:txBody>
          <a:bodyPr/>
          <a:lstStyle/>
          <a:p>
            <a:pPr algn="l"/>
            <a:r>
              <a:rPr lang="en-ZA" dirty="0"/>
              <a:t>Maze to find Jax then the exit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5F062-F673-DBF9-3695-E0491DE8B55C}"/>
              </a:ext>
            </a:extLst>
          </p:cNvPr>
          <p:cNvSpPr txBox="1"/>
          <p:nvPr/>
        </p:nvSpPr>
        <p:spPr>
          <a:xfrm>
            <a:off x="10058400" y="467285"/>
            <a:ext cx="82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Level 3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2039EC8-3B45-12FE-CD89-E9AC792D4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854" y="836617"/>
            <a:ext cx="10213508" cy="5745098"/>
          </a:xfrm>
        </p:spPr>
      </p:pic>
    </p:spTree>
    <p:extLst>
      <p:ext uri="{BB962C8B-B14F-4D97-AF65-F5344CB8AC3E}">
        <p14:creationId xmlns:p14="http://schemas.microsoft.com/office/powerpoint/2010/main" val="37999559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{647B8586-2036-447D-908E-A8822FED9691}tf55705232_win32</Template>
  <TotalTime>372</TotalTime>
  <Words>802</Words>
  <Application>Microsoft Office PowerPoint</Application>
  <PresentationFormat>Widescreen</PresentationFormat>
  <Paragraphs>81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Goudy Old Style</vt:lpstr>
      <vt:lpstr>Wingdings 2</vt:lpstr>
      <vt:lpstr>SlateVTI</vt:lpstr>
      <vt:lpstr>PowerPoint Presentation</vt:lpstr>
      <vt:lpstr>The Amazing Digital Circus</vt:lpstr>
      <vt:lpstr>The Amazing Digital Circus: what it’s about</vt:lpstr>
      <vt:lpstr>Setting</vt:lpstr>
      <vt:lpstr>PowerPoint Presentation</vt:lpstr>
      <vt:lpstr>Characters</vt:lpstr>
      <vt:lpstr>Pomni</vt:lpstr>
      <vt:lpstr>Jax</vt:lpstr>
      <vt:lpstr>Caine</vt:lpstr>
      <vt:lpstr>Ribbit</vt:lpstr>
      <vt:lpstr>Kaufmo</vt:lpstr>
      <vt:lpstr>PowerPoint Presentation</vt:lpstr>
      <vt:lpstr>Ties with the game</vt:lpstr>
      <vt:lpstr>Exposition</vt:lpstr>
      <vt:lpstr>Start of the game</vt:lpstr>
      <vt:lpstr>Ribbit’s room</vt:lpstr>
      <vt:lpstr>Kaufmo’s room</vt:lpstr>
      <vt:lpstr>Maze to find Jax then the exit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Dorsa Shahrokh</dc:creator>
  <cp:lastModifiedBy>Dorsa Shahrokh</cp:lastModifiedBy>
  <cp:revision>1</cp:revision>
  <dcterms:created xsi:type="dcterms:W3CDTF">2026-08-16T21:13:31Z</dcterms:created>
  <dcterms:modified xsi:type="dcterms:W3CDTF">2026-08-24T19:08:31Z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